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2011680" cy="201168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GARV AI OPS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 ·  Data  ·  App  ·  Prompt  ·  Tools  ·  Deployment  ·  Scripts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10058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Server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handling, tool wiring, and system prompt management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1143000"/>
            <a:ext cx="886968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143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Entry point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52928" y="1143000"/>
            <a:ext cx="612648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" y="1490472"/>
            <a:ext cx="886968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" y="1490472"/>
            <a:ext cx="36576" cy="475488"/>
          </a:xfrm>
          <a:prstGeom prst="rect">
            <a:avLst/>
          </a:prstGeom>
          <a:solidFill>
            <a:srgbClr val="6366F1">
              <a:alpha val="50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490472"/>
            <a:ext cx="256032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07792" y="1490472"/>
            <a:ext cx="608076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requests, wires tools together, loads the system prompt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" y="1965960"/>
            <a:ext cx="8869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" y="1965960"/>
            <a:ext cx="36576" cy="475488"/>
          </a:xfrm>
          <a:prstGeom prst="rect">
            <a:avLst/>
          </a:prstGeom>
          <a:solidFill>
            <a:srgbClr val="6366F1">
              <a:alpha val="50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9659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Server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07792" y="1965960"/>
            <a:ext cx="608076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entry point — manages table routes, time endpoint, and incoming calls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" y="2441448"/>
            <a:ext cx="886968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2441448"/>
            <a:ext cx="36576" cy="475488"/>
          </a:xfrm>
          <a:prstGeom prst="rect">
            <a:avLst/>
          </a:prstGeom>
          <a:solidFill>
            <a:srgbClr val="6366F1">
              <a:alpha val="50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4414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Capture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907792" y="2441448"/>
            <a:ext cx="608076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SQL queries generated by Genie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37160" y="2916936"/>
            <a:ext cx="8869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7160" y="2916936"/>
            <a:ext cx="36576" cy="475488"/>
          </a:xfrm>
          <a:prstGeom prst="rect">
            <a:avLst/>
          </a:prstGeom>
          <a:solidFill>
            <a:srgbClr val="6366F1">
              <a:alpha val="50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916936"/>
            <a:ext cx="256032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Agent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907792" y="2916936"/>
            <a:ext cx="608076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logic for testing agent quality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37160" y="3392424"/>
            <a:ext cx="886968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" y="3392424"/>
            <a:ext cx="36576" cy="475488"/>
          </a:xfrm>
          <a:prstGeom prst="rect">
            <a:avLst/>
          </a:prstGeom>
          <a:solidFill>
            <a:srgbClr val="6366F1">
              <a:alpha val="50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3392424"/>
            <a:ext cx="256032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907792" y="3392424"/>
            <a:ext cx="608076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resolution and stream event processing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6366F1">
                <a:alpha val="1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496519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GARV AI OPS  ·  SYSTEM OVERVIEW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setup, SQL queries, and captured query storage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1143000"/>
            <a:ext cx="8869680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143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Entry point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52928" y="1143000"/>
            <a:ext cx="612648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" y="1490472"/>
            <a:ext cx="886968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" y="1490472"/>
            <a:ext cx="36576" cy="475488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490472"/>
            <a:ext cx="256032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Files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07792" y="1490472"/>
            <a:ext cx="608076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catalog, schema, tables (check-in agents, flights, etc.), Genie space, and experiment tracking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" y="1965960"/>
            <a:ext cx="8869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" y="1965960"/>
            <a:ext cx="36576" cy="475488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9659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Queries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07792" y="1965960"/>
            <a:ext cx="608076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for staffing, metrics, flights, agents, and more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" y="2441448"/>
            <a:ext cx="886968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2441448"/>
            <a:ext cx="36576" cy="475488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4414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Queries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907792" y="2441448"/>
            <a:ext cx="608076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for updating check-in agents, flight risk, and similar records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37160" y="2916936"/>
            <a:ext cx="8869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7160" y="2916936"/>
            <a:ext cx="36576" cy="475488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916936"/>
            <a:ext cx="256032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Queries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907792" y="2916936"/>
            <a:ext cx="608076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that Genie generated, saved for review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37160" y="3392424"/>
            <a:ext cx="886968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" y="3392424"/>
            <a:ext cx="36576" cy="475488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3392424"/>
            <a:ext cx="256032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Runner &amp; Helpers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907792" y="3392424"/>
            <a:ext cx="608076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substitution and query execution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1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496519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GARV AI OPS  ·  SYSTEM OVERVIEW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backend, and shared package layer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1143000"/>
            <a:ext cx="886968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143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Entry point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52928" y="1143000"/>
            <a:ext cx="612648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" y="1490472"/>
            <a:ext cx="886968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" y="1490472"/>
            <a:ext cx="36576" cy="47548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490472"/>
            <a:ext cx="256032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07792" y="1490472"/>
            <a:ext cx="608076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chat interface, check-in cards, live event listener, role switcher (Agent / Manager)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" y="1965960"/>
            <a:ext cx="8869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" y="1965960"/>
            <a:ext cx="36576" cy="47548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9659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07792" y="1965960"/>
            <a:ext cx="608076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chat, tables, live events, current time, and state reset. Proxies to the main backend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" y="2441448"/>
            <a:ext cx="886968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2441448"/>
            <a:ext cx="36576" cy="47548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4414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Packages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907792" y="2441448"/>
            <a:ext cx="608076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AI provider wiring, core utilities, and database layer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1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496519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GARV AI OPS  ·  SYSTEM OVERVIEW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persona and user-facing prompt templates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1143000"/>
            <a:ext cx="88696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143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Entry point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52928" y="1143000"/>
            <a:ext cx="612648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" y="1490472"/>
            <a:ext cx="886968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" y="1490472"/>
            <a:ext cx="36576" cy="475488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490472"/>
            <a:ext cx="256032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Prompt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07792" y="1490472"/>
            <a:ext cx="608076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Garv AI Ops Advisor persona, tool descriptions, response style, and dashboard refresh behavior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" y="1965960"/>
            <a:ext cx="8869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" y="1965960"/>
            <a:ext cx="36576" cy="475488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9659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07792" y="1965960"/>
            <a:ext cx="608076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shown to end users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1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496519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GARV AI OPS  ·  SYSTEM OVERVIEW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10058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Query, update, create, time, and shared SQL execution tools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1143000"/>
            <a:ext cx="8869680" cy="3474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143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Entry point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52928" y="1143000"/>
            <a:ext cx="612648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" y="1490472"/>
            <a:ext cx="886968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" y="1490472"/>
            <a:ext cx="36576" cy="475488"/>
          </a:xfrm>
          <a:prstGeom prst="rect">
            <a:avLst/>
          </a:prstGeom>
          <a:solidFill>
            <a:srgbClr val="EC4899">
              <a:alpha val="50000"/>
            </a:srgbClr>
          </a:solidFill>
          <a:ln w="12700">
            <a:solidFill>
              <a:srgbClr val="EC4899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490472"/>
            <a:ext cx="256032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Tools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07792" y="1490472"/>
            <a:ext cx="608076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gate availability, at-risk flights, check-in performance, available agents, border officer staffing, terminal details, and more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" y="1965960"/>
            <a:ext cx="8869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" y="1965960"/>
            <a:ext cx="36576" cy="475488"/>
          </a:xfrm>
          <a:prstGeom prst="rect">
            <a:avLst/>
          </a:prstGeom>
          <a:solidFill>
            <a:srgbClr val="EC4899">
              <a:alpha val="50000"/>
            </a:srgbClr>
          </a:solidFill>
          <a:ln w="12700">
            <a:solidFill>
              <a:srgbClr val="EC4899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9659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Tools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07792" y="1965960"/>
            <a:ext cx="608076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check-in agent assignments, flight risk status, and border officer records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" y="2441448"/>
            <a:ext cx="886968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2441448"/>
            <a:ext cx="36576" cy="475488"/>
          </a:xfrm>
          <a:prstGeom prst="rect">
            <a:avLst/>
          </a:prstGeom>
          <a:solidFill>
            <a:srgbClr val="EC4899">
              <a:alpha val="50000"/>
            </a:srgbClr>
          </a:solidFill>
          <a:ln w="12700">
            <a:solidFill>
              <a:srgbClr val="EC4899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4414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Tools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907792" y="2441448"/>
            <a:ext cx="608076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new border or check-in incidents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37160" y="2916936"/>
            <a:ext cx="8869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7160" y="2916936"/>
            <a:ext cx="36576" cy="475488"/>
          </a:xfrm>
          <a:prstGeom prst="rect">
            <a:avLst/>
          </a:prstGeom>
          <a:solidFill>
            <a:srgbClr val="EC4899">
              <a:alpha val="50000"/>
            </a:srgbClr>
          </a:solidFill>
          <a:ln w="12700">
            <a:solidFill>
              <a:srgbClr val="EC4899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916936"/>
            <a:ext cx="256032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Status Tools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907792" y="2916936"/>
            <a:ext cx="608076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current time, return things to normal, confirm arrivals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37160" y="3392424"/>
            <a:ext cx="886968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" y="3392424"/>
            <a:ext cx="36576" cy="475488"/>
          </a:xfrm>
          <a:prstGeom prst="rect">
            <a:avLst/>
          </a:prstGeom>
          <a:solidFill>
            <a:srgbClr val="EC4899">
              <a:alpha val="50000"/>
            </a:srgbClr>
          </a:solidFill>
          <a:ln w="12700">
            <a:solidFill>
              <a:srgbClr val="EC4899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3392424"/>
            <a:ext cx="256032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Executor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907792" y="3392424"/>
            <a:ext cx="608076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query runner using the Databricks warehouse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1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496519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GARV AI OPS  ·  SYSTEM OVERVIEW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scripts, config sync, and permission grants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1143000"/>
            <a:ext cx="886968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143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Entry point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52928" y="1143000"/>
            <a:ext cx="612648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" y="1490472"/>
            <a:ext cx="8869680" cy="42805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" y="1490472"/>
            <a:ext cx="36576" cy="428054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490472"/>
            <a:ext cx="2560320" cy="42805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Script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07792" y="1490472"/>
            <a:ext cx="6080760" cy="42805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 environment, validates config, deploys and runs the app, sets permissions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" y="1918526"/>
            <a:ext cx="8869680" cy="42805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" y="1918526"/>
            <a:ext cx="36576" cy="428054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918526"/>
            <a:ext cx="2560320" cy="42805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Sync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07792" y="1918526"/>
            <a:ext cx="6080760" cy="42805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Databricks and app config files in sync with environment settings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" y="2346579"/>
            <a:ext cx="8869680" cy="42805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2346579"/>
            <a:ext cx="36576" cy="428054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346579"/>
            <a:ext cx="2560320" cy="42805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Scripts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907792" y="2346579"/>
            <a:ext cx="6080760" cy="42805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all permission scripts at once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37160" y="2774633"/>
            <a:ext cx="8869680" cy="42805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7160" y="2774633"/>
            <a:ext cx="36576" cy="428054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774633"/>
            <a:ext cx="2560320" cy="42805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Access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907792" y="2774633"/>
            <a:ext cx="6080760" cy="42805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the app access to database tables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37160" y="3202686"/>
            <a:ext cx="8869680" cy="42805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" y="3202686"/>
            <a:ext cx="36576" cy="428054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3202686"/>
            <a:ext cx="2560320" cy="42805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Access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907792" y="3202686"/>
            <a:ext cx="6080760" cy="42805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the app access to stored functions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37160" y="3630740"/>
            <a:ext cx="8869680" cy="42805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" y="3630740"/>
            <a:ext cx="36576" cy="428054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3630740"/>
            <a:ext cx="2560320" cy="42805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Access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907792" y="3630740"/>
            <a:ext cx="6080760" cy="42805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app permission to use the SQL warehouse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37160" y="4058793"/>
            <a:ext cx="8869680" cy="42805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7160" y="4058793"/>
            <a:ext cx="36576" cy="428054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4058793"/>
            <a:ext cx="2560320" cy="42805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Access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907792" y="4058793"/>
            <a:ext cx="6080760" cy="42805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the app to run Genie spaces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37160" y="4486846"/>
            <a:ext cx="8869680" cy="42805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" y="4486846"/>
            <a:ext cx="36576" cy="428054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032" y="4486846"/>
            <a:ext cx="2560320" cy="42805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Access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2907792" y="4486846"/>
            <a:ext cx="6080760" cy="42805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the app to query serving endpoints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18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" y="496519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GARV AI OPS  ·  SYSTEM OVERVIEW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 launchers, setup helpers, and environment checks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1143000"/>
            <a:ext cx="886968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143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Entry point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52928" y="1143000"/>
            <a:ext cx="612648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" y="1490472"/>
            <a:ext cx="886968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" y="1490472"/>
            <a:ext cx="36576" cy="475488"/>
          </a:xfrm>
          <a:prstGeom prst="rect">
            <a:avLst/>
          </a:prstGeom>
          <a:solidFill>
            <a:srgbClr val="EF4444">
              <a:alpha val="5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490472"/>
            <a:ext cx="256032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App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07792" y="1490472"/>
            <a:ext cx="608076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backend and frontend, waits until both are ready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" y="1965960"/>
            <a:ext cx="8869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" y="1965960"/>
            <a:ext cx="36576" cy="475488"/>
          </a:xfrm>
          <a:prstGeom prst="rect">
            <a:avLst/>
          </a:prstGeom>
          <a:solidFill>
            <a:srgbClr val="EF4444">
              <a:alpha val="5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9659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Locally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07792" y="1965960"/>
            <a:ext cx="608076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full stack — backend on 8000, Node on 3001, frontend on 3000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" y="2441448"/>
            <a:ext cx="886968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2441448"/>
            <a:ext cx="36576" cy="475488"/>
          </a:xfrm>
          <a:prstGeom prst="rect">
            <a:avLst/>
          </a:prstGeom>
          <a:solidFill>
            <a:srgbClr val="EF4444">
              <a:alpha val="5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4414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Setup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907792" y="2441448"/>
            <a:ext cx="608076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setup for auth, config, and deployment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37160" y="2916936"/>
            <a:ext cx="8869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7160" y="2916936"/>
            <a:ext cx="36576" cy="475488"/>
          </a:xfrm>
          <a:prstGeom prst="rect">
            <a:avLst/>
          </a:prstGeom>
          <a:solidFill>
            <a:srgbClr val="EF4444">
              <a:alpha val="5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916936"/>
            <a:ext cx="256032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State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907792" y="2916936"/>
            <a:ext cx="608076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Resets the demo back to its starting state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37160" y="3392424"/>
            <a:ext cx="886968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" y="3392424"/>
            <a:ext cx="36576" cy="475488"/>
          </a:xfrm>
          <a:prstGeom prst="rect">
            <a:avLst/>
          </a:prstGeom>
          <a:solidFill>
            <a:srgbClr val="EF4444">
              <a:alpha val="5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3392424"/>
            <a:ext cx="256032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Check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907792" y="3392424"/>
            <a:ext cx="608076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profile, schema, warehouse, and app permissions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37160" y="3867912"/>
            <a:ext cx="8869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" y="3867912"/>
            <a:ext cx="36576" cy="475488"/>
          </a:xfrm>
          <a:prstGeom prst="rect">
            <a:avLst/>
          </a:prstGeom>
          <a:solidFill>
            <a:srgbClr val="EF4444">
              <a:alpha val="5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3867912"/>
            <a:ext cx="256032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Tools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907792" y="3867912"/>
            <a:ext cx="6080760" cy="4754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available tools and resources in the workspace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>
                <a:alpha val="18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496519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GARV AI OPS  ·  SYSTEM OVERVIEW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Garv AI Ops – System Overview</dc:title>
  <dc:subject>PptxGenJS Presentation</dc:subject>
  <dc:creator>PptxGenJS</dc:creator>
  <cp:lastModifiedBy>PptxGenJS</cp:lastModifiedBy>
  <cp:revision>1</cp:revision>
  <dcterms:created xsi:type="dcterms:W3CDTF">2026-03-31T11:52:19Z</dcterms:created>
  <dcterms:modified xsi:type="dcterms:W3CDTF">2026-03-31T11:52:19Z</dcterms:modified>
</cp:coreProperties>
</file>